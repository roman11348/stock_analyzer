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80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05840"/>
            <a:ext cx="201168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84264" y="640080"/>
            <a:ext cx="0" cy="384048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2377440"/>
            <a:ext cx="0" cy="36576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463040"/>
            <a:ext cx="20116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41464" y="100584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41464" y="256032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914400"/>
            <a:ext cx="20116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98664" y="548640"/>
            <a:ext cx="0" cy="36576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98664" y="2560320"/>
            <a:ext cx="0" cy="41148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645920"/>
            <a:ext cx="201168" cy="73152"/>
          </a:xfrm>
          <a:prstGeom prst="rect">
            <a:avLst/>
          </a:prstGeom>
          <a:solidFill>
            <a:srgbClr val="F5D778"/>
          </a:solidFill>
          <a:ln w="12700">
            <a:solidFill>
              <a:srgbClr val="F5D7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005840"/>
            <a:ext cx="0" cy="640080"/>
          </a:xfrm>
          <a:prstGeom prst="line">
            <a:avLst/>
          </a:prstGeom>
          <a:noFill/>
          <a:ln w="25400">
            <a:solidFill>
              <a:srgbClr val="F5D7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1719072"/>
            <a:ext cx="0" cy="640080"/>
          </a:xfrm>
          <a:prstGeom prst="line">
            <a:avLst/>
          </a:prstGeom>
          <a:noFill/>
          <a:ln w="25400">
            <a:solidFill>
              <a:srgbClr val="F5D7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438912"/>
            <a:ext cx="2194560" cy="3200400"/>
          </a:xfrm>
          <a:prstGeom prst="rect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D1B3E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1887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Pattern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Project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114800" cy="0"/>
          </a:xfrm>
          <a:prstGeom prst="line">
            <a:avLst/>
          </a:prstGeom>
          <a:noFill/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Machine Learning</a:t>
            </a:r>
            <a:endParaRPr 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C9B98-CEFC-4DE3-723B-4099D60AB821}"/>
              </a:ext>
            </a:extLst>
          </p:cNvPr>
          <p:cNvSpPr txBox="1"/>
          <p:nvPr/>
        </p:nvSpPr>
        <p:spPr>
          <a:xfrm>
            <a:off x="5630228" y="3260497"/>
            <a:ext cx="4461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SUBMITTED BY GROUP 4 </a:t>
            </a:r>
          </a:p>
          <a:p>
            <a:r>
              <a:rPr lang="en-IN" b="1" dirty="0">
                <a:solidFill>
                  <a:srgbClr val="FFC000"/>
                </a:solidFill>
              </a:rPr>
              <a:t>MEMBERS:</a:t>
            </a:r>
          </a:p>
          <a:p>
            <a:r>
              <a:rPr lang="en-IN" b="1" dirty="0">
                <a:solidFill>
                  <a:srgbClr val="FFC000"/>
                </a:solidFill>
              </a:rPr>
              <a:t>MILROMAN SINGH</a:t>
            </a:r>
          </a:p>
          <a:p>
            <a:r>
              <a:rPr lang="en-IN" b="1" dirty="0">
                <a:solidFill>
                  <a:srgbClr val="FFC000"/>
                </a:solidFill>
              </a:rPr>
              <a:t>JASHANPREET SINGH</a:t>
            </a:r>
          </a:p>
          <a:p>
            <a:r>
              <a:rPr lang="en-IN" b="1" dirty="0">
                <a:solidFill>
                  <a:srgbClr val="FFC000"/>
                </a:solidFill>
              </a:rPr>
              <a:t>ABHIJEET SINGH</a:t>
            </a:r>
          </a:p>
          <a:p>
            <a:r>
              <a:rPr lang="en-IN" b="1" dirty="0">
                <a:solidFill>
                  <a:srgbClr val="FFC000"/>
                </a:solidFill>
              </a:rPr>
              <a:t>JASPREET SINGH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8992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5270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visually scan hundreds of candlestick charts, making it slow and error-prone.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7614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analysis at scale demands hours of human effort with no guarantee of consistency.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992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99592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and classify candlestick patterns from raw chart images.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600200"/>
            <a:ext cx="0" cy="32004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920240"/>
            <a:ext cx="20116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651760"/>
            <a:ext cx="0" cy="2743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1371600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1645920"/>
            <a:ext cx="20116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1112" y="2468880"/>
            <a:ext cx="0" cy="2286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011680"/>
            <a:ext cx="0" cy="1828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48856" y="2194560"/>
            <a:ext cx="20116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51760"/>
            <a:ext cx="0" cy="1828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1234440"/>
            <a:ext cx="0" cy="2286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1463040"/>
            <a:ext cx="20116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87768" y="2468880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1051560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25512" y="1325880"/>
            <a:ext cx="20116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6096" y="2514600"/>
            <a:ext cx="0" cy="32004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64424" y="1188720"/>
            <a:ext cx="0" cy="54864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1737360"/>
            <a:ext cx="20116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64424" y="1755648"/>
            <a:ext cx="0" cy="54864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61872"/>
            <a:ext cx="548640" cy="5486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527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extract a live stock chart for further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61872"/>
            <a:ext cx="548640" cy="5486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2527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600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identify individual candlesticks formations in the extracted chart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44952"/>
            <a:ext cx="548640" cy="5486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035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and match shape of chart and classify its candlestick pattern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044952"/>
            <a:ext cx="548640" cy="5486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3035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3383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Bullish / Bearish / Neutral trading signal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2121408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Chart Image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" y="274320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D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7672" y="2423160"/>
            <a:ext cx="164592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64592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2121408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74320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D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2423160"/>
            <a:ext cx="164592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22776" y="164592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22776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95928" y="2121408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95928" y="274320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D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&amp; Contours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50408" y="2423160"/>
            <a:ext cx="164592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24144" y="164592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97296" y="2121408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97296" y="274320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D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Random Forest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51776" y="2423160"/>
            <a:ext cx="164592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5512" y="164592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25512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98664" y="2121408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Prediction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8664" y="274320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D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Signals: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77440" y="361188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611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361188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611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361188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611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to Detect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≈ Close; long upper and lower wicks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0700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070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body at top; long lower wick; reversal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0700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070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Star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body at bottom; long upper wick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2724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272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Engulfing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green candle engulfs previous red candle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2724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272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Engulfing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8587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red candle engulfs previous green candle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2724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272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3474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Top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8587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body; nearly equal upper and lower wicks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280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280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8076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200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096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200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46120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096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0175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3200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80760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4096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 (optional)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61872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2527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exact identified candlestick pattern (e.g., Hammer, Doji)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261872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618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2527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62763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/ Bearish / Neutral classification with clear visual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8211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82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1729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confidence in the prediction — planned for future versions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0233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182112"/>
            <a:ext cx="530352" cy="5303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182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31729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54787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intuitive UI allowing non-technical users to get results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7957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and analyze live market data continuously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1965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110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Patterns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library to cover 30+ candlestick formations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8775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multi-candle trend and momentum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5584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447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48386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API Integration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Alpha Vantage, Yahoo Finance, or Zerodha Kite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2394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215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(CNN)  —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SVM/RF with convolutional neural networks for higher accuracy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62447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Pattern Recognition  ·  Summer Training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411</Words>
  <Application>Microsoft Office PowerPoint</Application>
  <PresentationFormat>On-screen Show (16:9)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Candlestick Pattern Recognition</dc:title>
  <dc:subject>PptxGenJS Presentation</dc:subject>
  <dc:creator>PptxGenJS</dc:creator>
  <cp:lastModifiedBy>Milroman Singh</cp:lastModifiedBy>
  <cp:revision>3</cp:revision>
  <dcterms:created xsi:type="dcterms:W3CDTF">2026-07-02T08:49:11Z</dcterms:created>
  <dcterms:modified xsi:type="dcterms:W3CDTF">2026-07-02T17:09:36Z</dcterms:modified>
</cp:coreProperties>
</file>